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only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Quat bit-flip</c:v>
                  </c:pt>
                  <c:pt idx="1">
                    <c:v>Rate bit-flip</c:v>
                  </c:pt>
                  <c:pt idx="2">
                    <c:v>Quat swap</c:v>
                  </c:pt>
                  <c:pt idx="3">
                    <c:v>Multi-bit burst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78.2</c:v>
                </c:pt>
                <c:pt idx="1">
                  <c:v>66.7</c:v>
                </c:pt>
                <c:pt idx="2">
                  <c:v>100</c:v>
                </c:pt>
                <c:pt idx="3">
                  <c:v>97.5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Polynomial only</c:v>
                </c:pt>
              </c:strCache>
            </c:strRef>
          </c:tx>
          <c:spPr>
            <a:solidFill>
              <a:srgbClr val="B5894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Quat bit-flip</c:v>
                  </c:pt>
                  <c:pt idx="1">
                    <c:v>Rate bit-flip</c:v>
                  </c:pt>
                  <c:pt idx="2">
                    <c:v>Quat swap</c:v>
                  </c:pt>
                  <c:pt idx="3">
                    <c:v>Multi-bit burst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73.9</c:v>
                </c:pt>
                <c:pt idx="1">
                  <c:v>0</c:v>
                </c:pt>
                <c:pt idx="2">
                  <c:v>100</c:v>
                </c:pt>
                <c:pt idx="3">
                  <c:v>68.9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 composed</c:v>
                </c:pt>
              </c:strCache>
            </c:strRef>
          </c:tx>
          <c:spPr>
            <a:solidFill>
              <a:srgbClr val="3A6B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Quat bit-flip</c:v>
                  </c:pt>
                  <c:pt idx="1">
                    <c:v>Rate bit-flip</c:v>
                  </c:pt>
                  <c:pt idx="2">
                    <c:v>Quat swap</c:v>
                  </c:pt>
                  <c:pt idx="3">
                    <c:v>Multi-bit burst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79.3</c:v>
                </c:pt>
                <c:pt idx="1">
                  <c:v>66.7</c:v>
                </c:pt>
                <c:pt idx="2">
                  <c:v>100</c:v>
                </c:pt>
                <c:pt idx="3">
                  <c:v>99.5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A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8E2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3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F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1E3A5F"/>
                </a:solidFill>
                <a:latin typeface="Georgia"/>
              </a:rPr>
              <a:t>Parity-check matrix footprint (KB)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Sparse CSR memory (KB)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PWL</c:v>
                  </c:pt>
                  <c:pt idx="3">
                    <c:v>Neural net</c:v>
                  </c:pt>
                  <c:pt idx="4">
                    <c:v>Statistical</c:v>
                  </c:pt>
                  <c:pt idx="5">
                    <c:v>Nonlinear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5.9</c:v>
                </c:pt>
                <c:pt idx="2">
                  <c:v>0.8</c:v>
                </c:pt>
                <c:pt idx="3">
                  <c:v>2</c:v>
                </c:pt>
                <c:pt idx="4">
                  <c:v>0.9</c:v>
                </c:pt>
                <c:pt idx="5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A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2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753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1E3A5F"/>
                </a:solidFill>
                <a:latin typeface="Georgia"/>
              </a:rPr>
              <a:t>Per-call latency (µs, 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Syndrome check (µs)</c:v>
                </c:pt>
              </c:strCache>
            </c:strRef>
          </c:tx>
          <c:spPr>
            <a:solidFill>
              <a:srgbClr val="3A6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PWL</c:v>
                  </c:pt>
                  <c:pt idx="3">
                    <c:v>Neural net</c:v>
                  </c:pt>
                  <c:pt idx="4">
                    <c:v>Statistical</c:v>
                  </c:pt>
                  <c:pt idx="5">
                    <c:v>Nonlinear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4.2</c:v>
                </c:pt>
                <c:pt idx="2">
                  <c:v>2.9</c:v>
                </c:pt>
                <c:pt idx="3">
                  <c:v>3.2</c:v>
                </c:pt>
                <c:pt idx="4">
                  <c:v>3.4</c:v>
                </c:pt>
                <c:pt idx="5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OMP k=1 (µs)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PWL</c:v>
                  </c:pt>
                  <c:pt idx="3">
                    <c:v>Neural net</c:v>
                  </c:pt>
                  <c:pt idx="4">
                    <c:v>Statistical</c:v>
                  </c:pt>
                  <c:pt idx="5">
                    <c:v>Nonlinear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63</c:v>
                </c:pt>
                <c:pt idx="1">
                  <c:v>221</c:v>
                </c:pt>
                <c:pt idx="2">
                  <c:v>44</c:v>
                </c:pt>
                <c:pt idx="3">
                  <c:v>47</c:v>
                </c:pt>
                <c:pt idx="4">
                  <c:v>39</c:v>
                </c:pt>
                <c:pt idx="5">
                  <c:v>659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OMP k=5 (µs)</c:v>
                </c:pt>
              </c:strCache>
            </c:strRef>
          </c:tx>
          <c:spPr>
            <a:solidFill>
              <a:srgbClr val="A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PWL</c:v>
                  </c:pt>
                  <c:pt idx="3">
                    <c:v>Neural net</c:v>
                  </c:pt>
                  <c:pt idx="4">
                    <c:v>Statistical</c:v>
                  </c:pt>
                  <c:pt idx="5">
                    <c:v>Nonlinear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181</c:v>
                </c:pt>
                <c:pt idx="1">
                  <c:v>452</c:v>
                </c:pt>
                <c:pt idx="2">
                  <c:v>143</c:v>
                </c:pt>
                <c:pt idx="3">
                  <c:v>143</c:v>
                </c:pt>
                <c:pt idx="4">
                  <c:v>121</c:v>
                </c:pt>
                <c:pt idx="5">
                  <c:v>1206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8E2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753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A1F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548640"/>
            <a:ext cx="2286000" cy="2286000"/>
          </a:xfrm>
          <a:prstGeom prst="ellipse">
            <a:avLst/>
          </a:prstGeom>
          <a:solidFill>
            <a:srgbClr val="2C5078">
              <a:alpha val="30000"/>
            </a:srgbClr>
          </a:solidFill>
          <a:ln w="6350">
            <a:solidFill>
              <a:srgbClr val="B589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371600"/>
            <a:ext cx="1828800" cy="1828800"/>
          </a:xfrm>
          <a:prstGeom prst="ellipse">
            <a:avLst/>
          </a:prstGeom>
          <a:solidFill>
            <a:srgbClr val="B5894C">
              <a:alpha val="20000"/>
            </a:srgbClr>
          </a:solidFill>
          <a:ln w="6350">
            <a:solidFill>
              <a:srgbClr val="B589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645920"/>
            <a:ext cx="1280160" cy="1280160"/>
          </a:xfrm>
          <a:prstGeom prst="ellipse">
            <a:avLst/>
          </a:prstGeom>
          <a:solidFill>
            <a:srgbClr val="1E3A5F">
              <a:alpha val="50000"/>
            </a:srgbClr>
          </a:solidFill>
          <a:ln w="6350">
            <a:solidFill>
              <a:srgbClr val="B589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914400"/>
            <a:ext cx="457200" cy="1097280"/>
          </a:xfrm>
          <a:prstGeom prst="line">
            <a:avLst/>
          </a:prstGeom>
          <a:noFill/>
          <a:ln w="7620">
            <a:solidFill>
              <a:srgbClr val="B589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011680"/>
            <a:ext cx="-914400" cy="274320"/>
          </a:xfrm>
          <a:prstGeom prst="line">
            <a:avLst/>
          </a:prstGeom>
          <a:noFill/>
          <a:ln w="7620">
            <a:solidFill>
              <a:srgbClr val="B58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B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Synthica × NSRI Global Research Challenge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Leray's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Coboundary at Altitude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1280160" cy="0"/>
          </a:xfrm>
          <a:prstGeom prst="line">
            <a:avLst/>
          </a:prstGeom>
          <a:noFill/>
          <a:ln w="22860">
            <a:solidFill>
              <a:srgbClr val="B58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cellular-sheaf compiler framework for software-defined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D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hardness on deep-space flight computers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Vaibhav Shakya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Jayshree Periwal International School, Jaipur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26280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4507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B4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github.com/vaibhavshakya11/lerays-coboundary-at-altitude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deep-space computers triplicate every calculation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flight computer beyond low Earth orbit faces single-event upsets — heavy ions and protons that flip individual bits in memory or registers. The standard defence is triple modular redundancy (TMR): run every calculation three times and take a majority vote.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 has carried Voyager, Cassini, and Europa Clipper. It is also wasteful. Three replicas burn three times the compute and three times the power. Worse, when a single ion clips all three replicas in the same way — a common-mode strike — the majority vote is unanimous and wrong.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977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Heavy-ion data puts common-mode strikes at 1–10% of all upsets. Small fraction, catastrophic consequence.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5216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TMR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6002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59168" y="1828800"/>
            <a:ext cx="502920" cy="1051560"/>
          </a:xfrm>
          <a:prstGeom prst="line">
            <a:avLst/>
          </a:prstGeom>
          <a:noFill/>
          <a:ln w="1524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219456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C9707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59168" y="2423160"/>
            <a:ext cx="502920" cy="640080"/>
          </a:xfrm>
          <a:prstGeom prst="line">
            <a:avLst/>
          </a:prstGeom>
          <a:noFill/>
          <a:ln w="1524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2160" y="278892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4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59168" y="3017520"/>
            <a:ext cx="502920" cy="228600"/>
          </a:xfrm>
          <a:prstGeom prst="line">
            <a:avLst/>
          </a:prstGeom>
          <a:noFill/>
          <a:ln w="1524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7665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8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89520" y="21031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9408" y="2354580"/>
            <a:ext cx="274320" cy="0"/>
          </a:xfrm>
          <a:prstGeom prst="line">
            <a:avLst/>
          </a:prstGeom>
          <a:noFill/>
          <a:ln w="1524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5895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3703320"/>
            <a:ext cx="3246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3703320"/>
            <a:ext cx="73152" cy="96012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7673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Common-mode strike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0050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replicas flipped identically. Vote is unanimous — and wrong. Adding more replicas does not help.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1188720"/>
            <a:ext cx="0" cy="347472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 ART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Forty years of partial fixes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of alternatives have been proposed since the 1980s. Each addresses one weakness of TMR and leaves at least one other unsolved. None encodes program semantics directly; each new computational kernel requires fresh analysis.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88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Hamming / SECDED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Bit-level parity codes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(R. W. Hamming, 1950)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2423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7180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944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Cheap: ~30% storage overhead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34015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faults wider than 2 bits. Production data: ~26% of strikes exceed the correction distance.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91840" y="1874520"/>
            <a:ext cx="2788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Algorithm-Based Fault Tolerance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kernel checksums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(Huang &amp; Abraham, 1984)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74720" y="2834640"/>
            <a:ext cx="2423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97180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49040" y="2944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multi-bit and common-mode faults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42900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49040" y="34015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Per-kernel analysis. Each new algorithm needs custom invariants designed by hand.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217920" y="1874520"/>
            <a:ext cx="2788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0" y="1965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 / instruction duplication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instruction replication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(Reis et al., 2005)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0" y="2834640"/>
            <a:ext cx="242316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97180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75120" y="2944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TMR coverage at lower overhead</a:t>
            </a:r>
            <a:endParaRPr lang="en-US" sz="10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42900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675120" y="34015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vulnerable to correlated strikes — inherits the failure mode TMR cannot fix.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cellular sheaf assigns algebra to the control-flow graph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sheaves come from algebraic topology (Curry 2014, Hansen &amp; Ghrist 2019). For our purposes the definition is concrete: take the control-flow graph G of a program. Attach a vector space to each vertex (the program state at that point) and a vector space to each edge (the constraints that should hold across the transition). Attach a linear map to each vertex-edge incidence.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4846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017520"/>
            <a:ext cx="73152" cy="1554480"/>
          </a:xfrm>
          <a:prstGeom prst="rect">
            <a:avLst/>
          </a:prstGeom>
          <a:solidFill>
            <a:srgbClr val="B5894C"/>
          </a:solidFill>
          <a:ln w="12700">
            <a:solidFill>
              <a:srgbClr val="B589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090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coboundary operator, Leray 1942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(δx)_e  =  ℱ_{u ⊴ e}(x_u)  −  ℱ_{v ⊴ e}(x_v)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edge e = (u, v), the coboundary measures whether the state at vertex u maps to the same edge-stalk value as the state at vertex v. If a radiation event corrupts x somewhere, δx becomes non-zero in a structured way that identifies what went wrong.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44768" y="2121408"/>
            <a:ext cx="1371600" cy="-54864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16368" y="1572768"/>
            <a:ext cx="1097280" cy="73152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13648" y="2304288"/>
            <a:ext cx="-731520" cy="118872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3493008"/>
            <a:ext cx="-1463040" cy="-18288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3310128"/>
            <a:ext cx="-274320" cy="-118872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16368" y="1572768"/>
            <a:ext cx="365760" cy="1920240"/>
          </a:xfrm>
          <a:prstGeom prst="line">
            <a:avLst/>
          </a:prstGeom>
          <a:noFill/>
          <a:ln w="19050">
            <a:solidFill>
              <a:srgbClr val="2C50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92024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137160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10312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29184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108960"/>
            <a:ext cx="402336" cy="402336"/>
          </a:xfrm>
          <a:prstGeom prst="ellipse">
            <a:avLst/>
          </a:prstGeom>
          <a:solidFill>
            <a:srgbClr val="1E3A5F"/>
          </a:solidFill>
          <a:ln w="15240">
            <a:solidFill>
              <a:srgbClr val="B589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5936" y="2121408"/>
            <a:ext cx="594360" cy="-274320"/>
          </a:xfrm>
          <a:prstGeom prst="line">
            <a:avLst/>
          </a:prstGeom>
          <a:noFill/>
          <a:ln w="7620">
            <a:solidFill>
              <a:srgbClr val="47536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949440" y="1645920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1691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stalk ℱ(v₁) = ℝ^kv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76872" y="1901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k_v scalars of state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black node holds a k_v-dimensional state vector.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holds a k_e-dim constraint vector. Restriction maps glue them.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framework runs, from source code to fault recovery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compile-time pass synthesises the parity-check matrix H once, from the program's source. At runtime the protected program computes its syndrome (Hx − b) every iteration; if the syndrome exceeds a numerical threshold, an orthogonal matching pursuit decoder identifies which state slot was corrupted and recovers the clean value.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4EDE0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19656" y="2674620"/>
            <a:ext cx="20116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5DFD0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 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11296" y="2674620"/>
            <a:ext cx="20116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5DFD0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(ℱ_{v⊴e})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02936" y="2674620"/>
            <a:ext cx="20116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4068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sheaf 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94576" y="2674620"/>
            <a:ext cx="20116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0" y="233172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3063240"/>
            <a:ext cx="0" cy="457200"/>
          </a:xfrm>
          <a:prstGeom prst="line">
            <a:avLst/>
          </a:prstGeom>
          <a:noFill/>
          <a:ln w="19050">
            <a:solidFill>
              <a:srgbClr val="B5894C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617720" y="3154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D9B47E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85416" y="4137660"/>
            <a:ext cx="29260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514600" y="37947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D9B47E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Hx − 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34256" y="4137660"/>
            <a:ext cx="29260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663440" y="37947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D9B47E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83096" y="4137660"/>
            <a:ext cx="292608" cy="0"/>
          </a:xfrm>
          <a:prstGeom prst="line">
            <a:avLst/>
          </a:prstGeom>
          <a:noFill/>
          <a:ln w="19050">
            <a:solidFill>
              <a:srgbClr val="47536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12280" y="37947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3A6B3A"/>
          </a:solidFill>
          <a:ln w="6350">
            <a:solidFill>
              <a:srgbClr val="DCD4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x̂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FRAMEWORK CAN PROTECT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frontends cover linear, polynomial, neural, and statistical programs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frontend is a function that consumes a class of source program and emits the four-tuple (G, k_v, k_e, restriction maps). The same orthogonal matching pursuit decoder handles all six. Detection rates below are from the headline coverage matrix (n ≥ 130 per frontend, 95% Wilson confidence intervals).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476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20370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filters, PID, FFT — state-space invariants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2039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645152" y="1874520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1874520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9476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220370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Quaternion norm, energy conservation — degree-d monomials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08392" y="2039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65760" y="2770632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70632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437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Piecewise linear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09981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Saturation, ReLU — per-region linear maps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29352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45152" y="2770632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2770632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437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28032" y="309981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inference — activation-mask + linear relations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08392" y="29352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365760" y="3666744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66744"/>
            <a:ext cx="73152" cy="777240"/>
          </a:xfrm>
          <a:prstGeom prst="rect">
            <a:avLst/>
          </a:prstGeom>
          <a:solidFill>
            <a:srgbClr val="A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398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39959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subsystems — PCA-derived ellipsoidal envelope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29000" y="38313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83.2%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645152" y="3666744"/>
            <a:ext cx="4160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3666744"/>
            <a:ext cx="73152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7398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Nonlinear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28032" y="39959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Transcendental dynamics — Carleman linearisation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08392" y="38313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365760" y="4526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frontend's 83.2% is structural. PCA-derived invariants have a numerical floor around 10⁻²; faults inside that noise envelope are statistically absorbed and produce no detectable syndrome.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ALTITUDE BOUND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1: code distance is set by the graph's degree sequence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1 (Altitude bound)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G be a finite graph. Suppose there exists a </a:t>
            </a:r>
            <a:pPr indent="0" marL="0">
              <a:buNone/>
            </a:pPr>
            <a:r>
              <a:rPr lang="en-US" sz="110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vertex v₀ with deg(v₀) &lt; k_v / k_e, and every other vertex satisfies deg(v) ≥ ⌈k_v / k_e⌉. Under continuous restriction maps,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d(ℱ)  =  k_v       almost surely.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distance of the code equals the vertex-stalk dimension. Set by program graph structure alone — not the program's content.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Two-part proof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bound: construct a weight-k_v codeword at v₀'s slack. Rank-nullity guarantees the kernel is at least 1-dimensional.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bound: case analysis on the support — single vertex at v ≠ v₀, single vertex at v₀, or multiple vertices. Each case ruled out under genericity.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set is a strict algebraic subvariety, hence measure-zero.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degree threshold matters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3602736"/>
            <a:ext cx="1097280" cy="-18288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0336" y="3419856"/>
            <a:ext cx="1097280" cy="27432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0336" y="3419856"/>
            <a:ext cx="731520" cy="118872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3694176"/>
            <a:ext cx="-365760" cy="91440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3602736"/>
            <a:ext cx="-274320" cy="914400"/>
          </a:xfrm>
          <a:prstGeom prst="line">
            <a:avLst/>
          </a:prstGeom>
          <a:noFill/>
          <a:ln w="12700">
            <a:solidFill>
              <a:srgbClr val="2C50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474720"/>
            <a:ext cx="256032" cy="256032"/>
          </a:xfrm>
          <a:prstGeom prst="ellipse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3291840"/>
            <a:ext cx="256032" cy="256032"/>
          </a:xfrm>
          <a:prstGeom prst="ellipse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566160"/>
            <a:ext cx="256032" cy="256032"/>
          </a:xfrm>
          <a:prstGeom prst="ellipse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4389120"/>
            <a:ext cx="256032" cy="256032"/>
          </a:xfrm>
          <a:prstGeom prst="ellipse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4480560"/>
            <a:ext cx="256032" cy="256032"/>
          </a:xfrm>
          <a:prstGeom prst="ellipse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5902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deg = slack →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shortest codeword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deg = constrained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3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slack)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SHEAF VS LDPC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2: real-valued restriction maps catch faults that binary parity cannot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1097280"/>
          </a:xfrm>
          <a:prstGeom prst="rect">
            <a:avLst/>
          </a:prstGeom>
          <a:solidFill>
            <a:srgbClr val="B5894C"/>
          </a:solidFill>
          <a:ln w="12700">
            <a:solidFill>
              <a:srgbClr val="B58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2 (Sheaf–LDPC separation)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any binary LDPC code on the same Tanner graph as the sheaf. There exists a class of physically realistic faults — vertex-block scalar permutations — that the sheaf detects with probability one and that no binary LDPC code on the same support can detect.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swap is invisible to binary parity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strike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57200" cy="411480"/>
          </a:xfrm>
          <a:prstGeom prst="rect">
            <a:avLst/>
          </a:prstGeom>
          <a:solidFill>
            <a:srgbClr val="C97070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880360"/>
            <a:ext cx="457200" cy="411480"/>
          </a:xfrm>
          <a:prstGeom prst="rect">
            <a:avLst/>
          </a:prstGeom>
          <a:solidFill>
            <a:srgbClr val="C97070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880360"/>
            <a:ext cx="457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2880360"/>
            <a:ext cx="457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vertex-permutation strike (slot 1 ↔ slot 2)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457200" cy="411480"/>
          </a:xfrm>
          <a:prstGeom prst="rect">
            <a:avLst/>
          </a:prstGeom>
          <a:solidFill>
            <a:srgbClr val="C97070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3703320"/>
            <a:ext cx="457200" cy="411480"/>
          </a:xfrm>
          <a:prstGeom prst="rect">
            <a:avLst/>
          </a:prstGeom>
          <a:solidFill>
            <a:srgbClr val="C97070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3703320"/>
            <a:ext cx="457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74520" y="3703320"/>
            <a:ext cx="457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Sheaf check: each scalar is weighted by a distinct real-valued column. Swap → non-zero syndrome.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9748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parity check: each scalar hashed to one bit (XOR-parity). If both scalars have the same parity bit, the swap is invisible.</a:t>
            </a:r>
            <a:endParaRPr lang="en-US" sz="900" dirty="0"/>
          </a:p>
        </p:txBody>
      </p:sp>
      <p:pic>
        <p:nvPicPr>
          <p:cNvPr id="30" name="Image 0" descr="/home/claude/deck_figs/fig14_ldpc_sepa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331720"/>
            <a:ext cx="3383280" cy="132588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486400" y="3749040"/>
            <a:ext cx="3383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0" y="3749040"/>
            <a:ext cx="73152" cy="91440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50992" y="38039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random binary LDPC codes constructed adversarially on the same support pattern. 40,000 vertex-permutation trials.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650992" y="4297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Sheaf: 100.00%   ·   Best random LDPC: 97.9%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campaign: fifteen experiments, deterministic seeds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 is driven by a fixed random seed and is reproducible from the released code with one command. Sample sizes were chosen per experiment to deliver 95% Wilson confidence intervals narrower than five percentage points on the primary outcome.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29968"/>
            <a:ext cx="3886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258,645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0352" y="2636215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trials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9077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experiments, deterministic seeds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92024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920240"/>
            <a:ext cx="73152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29968"/>
            <a:ext cx="3886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of 10,300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82312" y="2636215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clean trials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2312" y="29077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upper bound 3.7 × 10⁻⁴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46120"/>
            <a:ext cx="73152" cy="1234440"/>
          </a:xfrm>
          <a:prstGeom prst="rect">
            <a:avLst/>
          </a:prstGeom>
          <a:solidFill>
            <a:srgbClr val="3A6B3A"/>
          </a:solidFill>
          <a:ln w="12700">
            <a:solidFill>
              <a:srgbClr val="3A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5584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30352" y="3962095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algebraic frontends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42336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polynomial, PWL, NN, nonlinear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324612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3246120"/>
            <a:ext cx="73152" cy="12344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35584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83.2%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319272" y="3962095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frontend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9272" y="42336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noise-floor ceiling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3246120"/>
            <a:ext cx="28346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3246120"/>
            <a:ext cx="73152" cy="1234440"/>
          </a:xfrm>
          <a:prstGeom prst="rect">
            <a:avLst/>
          </a:prstGeom>
          <a:solidFill>
            <a:srgbClr val="B5894C"/>
          </a:solidFill>
          <a:ln w="12700">
            <a:solidFill>
              <a:srgbClr val="B589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3355848"/>
            <a:ext cx="25603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58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108192" y="3962095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saved vs always-on TMR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08192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24-month Europa Clipper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at 100% on five frontends is striking, but the cleanest single result is the zero false positives across 10,300 fault-free runs — the framework does not cry wolf.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TMR FAILS AND WE DON'T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Common-mode resilience across the full contamination range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sweep that most distinguishes the framework: vary the fraction of faults that are common-mode (correlated across replicas) from 0 to 100% at a fixed per-operation fault rate. TMR's failure rate climbs with correlation. The sheaf's stays at zero across 45,000 trials.</a:t>
            </a:r>
            <a:endParaRPr lang="en-US" sz="1100" dirty="0"/>
          </a:p>
        </p:txBody>
      </p:sp>
      <p:pic>
        <p:nvPicPr>
          <p:cNvPr id="6" name="Image 0" descr="/home/claude/deck_figs/fig08_common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74520"/>
            <a:ext cx="548640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874520"/>
            <a:ext cx="2834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1874520"/>
            <a:ext cx="73152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9632" y="19293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60920" y="192938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sheaf failure across 45,000 trials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35040" y="2651760"/>
            <a:ext cx="2834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2651760"/>
            <a:ext cx="73152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99632" y="27066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360920" y="270662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 failure at 100% common-mode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3429000"/>
            <a:ext cx="2834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429000"/>
            <a:ext cx="73152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9632" y="34838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1–10%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360920" y="348386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common-mode in heavy-ion data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reason: TMR votes on identical replicas, so correlated errors are unanimous. The sheaf checks algebraic relations between distinct state variables — correlated noise produces a non-zero syndrome regardless of how the underlying error was distributed.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framework fails or underperforms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regimes where the headline numbers degrade, and one synthetic-program edge case. None of these were buried; surfacing them is necessary to make the strong claims credible.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73152" cy="1920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frontend ceiling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 at deployment scale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PCA-derived invariants have a numerical floor near 10⁻². Sub-floor faults are absorbed.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783080"/>
            <a:ext cx="73152" cy="1920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Multi-fault degradation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at k = 20 faults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recovery guarantee is k ≲ √n. At k=15 we hit 53%, at k=20 we hit 24%.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783080"/>
            <a:ext cx="73152" cy="1920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56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LDPC margin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0" y="21488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pp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over best random LDPC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20 random binary LDPC codes catches 97.9% of vertex-permutation faults.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86200"/>
            <a:ext cx="73152" cy="777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5935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2.3% of randomly generated linear programs fail the structured-map rank lemma across 26,153 tested vertices. Real flight code with continuous sensor calibrations passes the lemma everywhere; only pathological synthetic constants produce the failure. The almost-sure qualifier in the proof is doing real work.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PROTECTION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Composing two frontends on one task: a quaternion attitude controller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spacecraft attitude controller has both a linear part (a Kalman update on body rates) and a polynomial part (the quaternion norm constraint ‖q‖² = 1). The framework lets us protect the same task three ways: with the linear frontend alone, the polynomial frontend alone, or by stacking both via block-diagonal parity-check matrices. Four fault scenarios were tested at 1,000 trials each.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148840"/>
          <a:ext cx="58521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214884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55080" y="2148840"/>
            <a:ext cx="73152" cy="2468880"/>
          </a:xfrm>
          <a:prstGeom prst="rect">
            <a:avLst/>
          </a:prstGeom>
          <a:solidFill>
            <a:srgbClr val="B5894C"/>
          </a:solidFill>
          <a:ln w="12700">
            <a:solidFill>
              <a:srgbClr val="B589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2240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composition buys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2542032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scenario: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 → 99.5%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that escape one frontend are caught by the other.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Rate-flip scenario: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frontend is blind by design (0%) — it doesn't see body rates. Composed regime recovers the linear regime's 66.7%.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block-diagonal stack of two H matrices. No new algorithm.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TRACTABILITY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and memory: microseconds per check, kilobytes per matrix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measurements taken on this x86-64 Linux container. Memory: the sparse parity-check matrix in CSR format. Latency: median wall-clock time for one syndrome check and for one OMP recovery (single-fault and 5-fault), across 20 trials per frontend.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78308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572000" y="1783080"/>
          <a:ext cx="4297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9319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3931920"/>
            <a:ext cx="73152" cy="777240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Caveat: x86-64 Linux, not RAD750.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68680" y="425196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numbers on flight hardware will differ. The portable claim is the scaling: linear-in-nnz syndrome check, O(n^1.5) OMP on dense H, sparse-CSR footprint dominated by non-zero count. All three trends persist regardless of processor.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MISSION-INTEGRATED ENERGY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sheaf on a modelled 24-month Europa Clipper profile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371600" cy="0"/>
          </a:xfrm>
          <a:prstGeom prst="line">
            <a:avLst/>
          </a:prstGeom>
          <a:noFill/>
          <a:ln w="22860">
            <a:solidFill>
              <a:srgbClr val="B589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B58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93776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saved at 97.6% mean coverage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strategy switches between low-coverage cruise and high-coverage flyby configurations based on a particle-flux threshold. The 63% number reflects the integrated energy across six Jupiter flybys at months 3, 7, 11, 14, 17, and 20 against always-on TMR.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886200"/>
            <a:ext cx="8412480" cy="0"/>
          </a:xfrm>
          <a:prstGeom prst="line">
            <a:avLst/>
          </a:prstGeom>
          <a:noFill/>
          <a:ln w="10160">
            <a:solidFill>
              <a:srgbClr val="B589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TMR always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unit-mo @ 98.9%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B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sheaf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unit-mo @ 99.0%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(ours)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unit-mo @ 97.6%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4023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sheaf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1228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unit-mo @ 92.0%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6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strategy beats max-sheaf on energy and TMR on both axes simultaneously.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SPACECRAFT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else the same edge applies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0"/>
          </a:xfrm>
          <a:prstGeom prst="line">
            <a:avLst/>
          </a:prstGeom>
          <a:noFill/>
          <a:ln w="9525">
            <a:solidFill>
              <a:srgbClr val="DC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specific advantages — semantic invariants instead of bit-level parity, immunity to common-mode contamination, frontend extensibility — match the engineering needs of three other domains where similar pressures apply.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503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731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5740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15798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Autonomous-vehicle control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80160" y="21762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stability, adaptive cruise, lane-keeping loops face transient faults from electromagnetic interference and aging-induced bit upsets. The linear and polynomial frontends cover the typical control-loop invariants; common-mode resilience addresses the correlated failures that affect physically adjacent transistors.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834640"/>
            <a:ext cx="8503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834640"/>
            <a:ext cx="731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306324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638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device firmware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280160" y="318211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pumps and cardiac pacemakers carry regulatory-critical dose-calculation and pacing-decision logic. The statistical frontend's principal-component approach naturally covers the patient-specific calibration curves these devices maintain across their service life.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840480"/>
            <a:ext cx="85039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840480"/>
            <a:ext cx="731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406908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6966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process control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280160" y="41879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plant programmable logic controllers and refinery distributed control systems carry sensor mass-balance, energy-balance, and thermodynamic-consistency relations — exactly the algebraic invariants the polynomial frontend was built to encode.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65760" y="4846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Leray's Coboundary at Altitude  ·  Vaibhav Shakya  ·  GRC 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86384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framework establishes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mathematical object — the cellular sheaf — recovers Hamming/SECDED, ABFT, and SWIFT as special cases. It dominates binary low-density parity-check codes on the same Tanner graph on a structurally identifiable fault class. It delivers 63% mission-integrated energy savings against always-on TMR while preserving immunity to common-mode contamination.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371600" cy="0"/>
          </a:xfrm>
          <a:prstGeom prst="line">
            <a:avLst/>
          </a:prstGeom>
          <a:noFill/>
          <a:ln w="22860">
            <a:solidFill>
              <a:srgbClr val="B589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58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Heavy-ion beam test on a radiation-hardened processor — replace modelled fault distributions with measured ones.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Sheaf-LDPC separation from within-vertex to cross-vertex permutations.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DDD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framework to autonomous-vehicle and medical-device firmware as a compiler pass.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8229600" cy="0"/>
          </a:xfrm>
          <a:prstGeom prst="line">
            <a:avLst/>
          </a:prstGeom>
          <a:noFill/>
          <a:ln w="6350">
            <a:solidFill>
              <a:srgbClr val="2C507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1772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6085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8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github.com/vaibhavshakya11/lerays-coboundary-at-altitude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6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Shakya  ·  Jayshree Periwal International School  ·  GRC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Leray's Coboundary at Altitude</dc:title>
  <dc:subject>PptxGenJS Presentation</dc:subject>
  <dc:creator>Vaibhav Shakya</dc:creator>
  <cp:lastModifiedBy>Vaibhav Shakya</cp:lastModifiedBy>
  <cp:revision>1</cp:revision>
  <dcterms:created xsi:type="dcterms:W3CDTF">2026-05-24T08:51:20Z</dcterms:created>
  <dcterms:modified xsi:type="dcterms:W3CDTF">2026-05-24T08:51:20Z</dcterms:modified>
</cp:coreProperties>
</file>